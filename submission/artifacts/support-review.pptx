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234440"/>
            <a:ext cx="1005840" cy="82296"/>
          </a:xfrm>
          <a:prstGeom prst="rect">
            <a:avLst/>
          </a:prstGeom>
          <a:solidFill>
            <a:srgbClr val="36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0"/>
            <a:ext cx="10927080" cy="2240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</a:rPr>
              <a:t>Support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2062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100" b="0">
                <a:solidFill>
                  <a:srgbClr val="D8E6F1"/>
                </a:solidFill>
                <a:latin typeface="Aptos"/>
              </a:defRPr>
            </a:pPr>
            <a:r>
              <a:rPr sz="2100" b="0">
                <a:solidFill>
                  <a:srgbClr val="D8E6F1"/>
                </a:solidFill>
                <a:latin typeface="Aptos"/>
              </a:rPr>
              <a:t>Synthetic demonstration dataset: ticket and resolution counts by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D8E6F1"/>
                </a:solidFill>
                <a:latin typeface="Aptos"/>
              </a:defRPr>
            </a:pPr>
            <a:r>
              <a:rPr sz="1000" b="0">
                <a:solidFill>
                  <a:srgbClr val="D8E6F1"/>
                </a:solidFill>
                <a:latin typeface="Aptos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Totals (Synthetic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Synthetic demo CSV, June to August 2026: 750 tickets filed, 697 resolved.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14015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Overall resolution rate: 92.93% (697 / 750).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00400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Two teams appear in the data: Platform (450 tickets) and Search (300 tickets).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86784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Platform resolved 417; Search resolved 280.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773168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54296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Totals are the sum of the monthly CSV rows; no other source was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Team Comparison: Tickets, Resolved, Resolution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03 /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Team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Tickets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Resolved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Resolution %</a:t>
                      </a:r>
                    </a:p>
                  </a:txBody>
                  <a:tcPr marL="82296" marR="82296" marT="36576" marB="36576" anchor="ctr">
                    <a:solidFill>
                      <a:srgbClr val="142D4E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Platform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450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417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92.67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Search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280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93.33</a:t>
                      </a:r>
                    </a:p>
                  </a:txBody>
                  <a:tcPr marL="82296" marR="82296" marT="36576" marB="36576" anchor="ctr">
                    <a:solidFill>
                      <a:srgbClr val="F7FAFC"/>
                    </a:solidFill>
                  </a:tcPr>
                </a:tc>
              </a:tr>
              <a:tr h="1165860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750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697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4364B"/>
                          </a:solidFill>
                          <a:latin typeface="Aptos"/>
                        </a:defRPr>
                      </a:pPr>
                      <a:r>
                        <a:rPr sz="1200" b="0">
                          <a:solidFill>
                            <a:srgbClr val="24364B"/>
                          </a:solidFill>
                          <a:latin typeface="Aptos"/>
                        </a:rPr>
                        <a:t>92.93</a:t>
                      </a:r>
                    </a:p>
                  </a:txBody>
                  <a:tcPr marL="82296" marR="82296" marT="36576" marB="36576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875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42D4E"/>
                </a:solidFill>
                <a:latin typeface="Aptos"/>
              </a:defRPr>
            </a:pPr>
            <a:r>
              <a:rPr sz="2800" b="1">
                <a:solidFill>
                  <a:srgbClr val="142D4E"/>
                </a:solidFill>
                <a:latin typeface="Aptos"/>
              </a:rPr>
              <a:t>Scope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3737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53657B"/>
                </a:solidFill>
                <a:latin typeface="Aptos"/>
              </a:defRPr>
            </a:pPr>
            <a:r>
              <a:rPr sz="1000" b="0">
                <a:solidFill>
                  <a:srgbClr val="53657B"/>
                </a:solidFill>
                <a:latin typeface="Aptos"/>
              </a:rPr>
              <a:t>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1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All figures are synthetic: an invented demonstration dataset, not production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14015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It is not a benchmark and reflects no real team, incident, or service.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00400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81528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Scope is limited to ticket counts and resolution counts by team and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86784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67912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No incident, quality, effort, cost, or satisfaction metrics were computed.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773168"/>
            <a:ext cx="82296" cy="82296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54296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4364B"/>
                </a:solidFill>
                <a:latin typeface="Aptos"/>
              </a:defRPr>
            </a:pPr>
            <a:r>
              <a:rPr sz="1800" b="0">
                <a:solidFill>
                  <a:srgbClr val="24364B"/>
                </a:solidFill>
                <a:latin typeface="Aptos"/>
              </a:rPr>
              <a:t>Resolution % = resolved / tickets, rounded to two decimals, from the source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Operations Review</dc:title>
  <dc:subject>Synthetic demonstration dataset: ticket and resolution counts by team</dc:subject>
  <dc:creator>Presentation Builder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